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 want to explain AI agents in simple terms, show what I have built with them, and suggest how we could use them in 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answers and stops. An agent gets a goal and loops: plan, act with tools, check the result, improve, until the job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ChatGPT, Claude and Gemini are the brains. An agent like Hermes, Claude Code or Codex wraps a brain with tools and a schedule, so it can actually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things separate an agent from a chatbot: schedules, tools, step-by-step thinking, a persona, installable skills, and teamwork with other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agent is a model plus three things. The model is the brain, and you choose it per job: cheap and fast for simple work, stronger for judgment. Soul is its character and job description, Skills are its playbooks, Memory is its experience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I have been building: a small team of AI agents that run all day on one cheap server. I talk to them through Discord, like a team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give tasks to my CEO agent. It breaks them down, hands them to the right specialist, then reports back to me. Each specialist has its own role and personality.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live office view my engineer agent built for the team. Each character is an agent; when one is working on a task you can see it move to its desk.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from me becomes a small project: the CEO plans it, the designer makes the visual, marketing writes the caption, the CEO checks it, and I approve. Some work also runs on its own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researcher posts a news brief at 7 AM with the day's key events. Right: the CEO sends me one daily report summarising what every agent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just chat with the trading analyst like a person: what I saw and what I did, plus a chart. It turns that into a clean journal entry in Notion, with the plan, the reason, and an honest review of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Dojima is a full trading-practice app with paper money. I am not a programmer: I describe what I want, Claude Code (an AI agent) writes the code and publishes it. It has a frontend you see, a backend that runs the logic, and a database that stores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idea as my team, applied to HR. One Head of HR agent receives requests from the HR team and delegates to specialists: job descriptions, recruitment, onboarding, reports, policy questions and training. HR still reviews and approves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suggestion: start small with one agent and one task, see it working within a week, then grow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GUIDE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HR TEAM</a:t>
            </a:r>
            <a:endParaRPr lang="en-US" sz="1000" dirty="0"/>
          </a:p>
        </p:txBody>
      </p:sp>
      <p:sp>
        <p:nvSpPr>
          <p:cNvPr id="5" name="!!title"/>
          <p:cNvSpPr txBox="1"/>
          <p:nvPr/>
        </p:nvSpPr>
        <p:spPr>
          <a:xfrm>
            <a:off x="863600" y="1270000"/>
            <a:ext cx="762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0" dirty="0"/>
          </a:p>
        </p:txBody>
      </p:sp>
      <p:sp>
        <p:nvSpPr>
          <p:cNvPr id="6" name="!!title2"/>
          <p:cNvSpPr txBox="1"/>
          <p:nvPr/>
        </p:nvSpPr>
        <p:spPr>
          <a:xfrm>
            <a:off x="863600" y="2984500"/>
            <a:ext cx="8255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</a:t>
            </a:r>
            <a:endParaRPr lang="en-US" sz="15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2832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chatting with AI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</a:t>
            </a:r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AI.</a:t>
            </a:r>
            <a:endParaRPr lang="en-US" sz="2400" dirty="0"/>
          </a:p>
        </p:txBody>
      </p:sp>
      <p:sp>
        <p:nvSpPr>
          <p:cNvPr id="8" name="!!progress"/>
          <p:cNvSpPr/>
          <p:nvPr/>
        </p:nvSpPr>
        <p:spPr>
          <a:xfrm>
            <a:off x="0" y="6832600"/>
            <a:ext cx="870857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8413750" y="2889250"/>
            <a:ext cx="1333500" cy="13335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gets things done</a:t>
            </a:r>
            <a:endParaRPr lang="en-US" sz="4992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13000"/>
            <a:ext cx="482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AI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your question.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95600"/>
            <a:ext cx="482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a goal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works on it step by step, uses tools, and checks its own result.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064000"/>
            <a:ext cx="48260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292600"/>
            <a:ext cx="482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it as an AI employee, not an AI search box.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493000" y="1968500"/>
            <a:ext cx="3175000" cy="3175000"/>
          </a:xfrm>
          <a:prstGeom prst="ellipse">
            <a:avLst/>
          </a:prstGeom>
          <a:ln w="19050">
            <a:solidFill>
              <a:srgbClr val="0A0A0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23300" y="1511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23300" y="1511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210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10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23300" y="4686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23300" y="4686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035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35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3750" y="2889250"/>
            <a:ext cx="1333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goal</a:t>
            </a:r>
            <a:endParaRPr lang="en-US" sz="2300" dirty="0"/>
          </a:p>
        </p:txBody>
      </p:sp>
      <p:sp>
        <p:nvSpPr>
          <p:cNvPr id="19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AI AGENT</a:t>
            </a:r>
            <a:endParaRPr lang="en-US" sz="900" dirty="0"/>
          </a:p>
        </p:txBody>
      </p:sp>
      <p:sp>
        <p:nvSpPr>
          <p:cNvPr id="20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1" name="!!progress"/>
          <p:cNvSpPr/>
          <p:nvPr/>
        </p:nvSpPr>
        <p:spPr>
          <a:xfrm>
            <a:off x="0" y="6832600"/>
            <a:ext cx="1741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994400" y="1841500"/>
            <a:ext cx="5283200" cy="3530600"/>
          </a:xfrm>
          <a:prstGeom prst="roundRect">
            <a:avLst>
              <a:gd name="adj" fmla="val 4317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A8A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Agent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1841500"/>
            <a:ext cx="4978400" cy="35306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/ CHAT AI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32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· Claude · Gemini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20800" y="336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77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 a question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0800" y="4000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2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77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an answer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20800" y="463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77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and waits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+ hands + a schedule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Hermes · Claude Code · Codex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336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it a goal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0" y="4000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and does the work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400800" y="463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reports back when done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71500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brain.</a:t>
            </a:r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Agent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brain + hands + a schedule.</a:t>
            </a:r>
            <a:endParaRPr lang="en-US" sz="1900" dirty="0"/>
          </a:p>
        </p:txBody>
      </p:sp>
      <p:sp>
        <p:nvSpPr>
          <p:cNvPr id="3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VS AI AGENT</a:t>
            </a:r>
            <a:endParaRPr lang="en-US" sz="900" dirty="0"/>
          </a:p>
        </p:txBody>
      </p:sp>
      <p:sp>
        <p:nvSpPr>
          <p:cNvPr id="3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!!progress"/>
          <p:cNvSpPr/>
          <p:nvPr/>
        </p:nvSpPr>
        <p:spPr>
          <a:xfrm>
            <a:off x="0" y="6832600"/>
            <a:ext cx="2612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2527300"/>
            <a:ext cx="10363200" cy="25400"/>
          </a:xfrm>
          <a:prstGeom prst="roundRect">
            <a:avLst>
              <a:gd name="adj" fmla="val 25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can do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chat can’t</a:t>
            </a:r>
            <a:endParaRPr lang="en-US" sz="4992" dirty="0"/>
          </a:p>
        </p:txBody>
      </p:sp>
      <p:sp>
        <p:nvSpPr>
          <p:cNvPr id="5" name="Shape 3"/>
          <p:cNvSpPr/>
          <p:nvPr/>
        </p:nvSpPr>
        <p:spPr>
          <a:xfrm>
            <a:off x="914400" y="4356100"/>
            <a:ext cx="103632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688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232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4000"/>
            <a:ext cx="355600" cy="355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 schedule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tasks at set times, without being asked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00" y="2794000"/>
            <a:ext cx="355600" cy="355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36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tools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736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Browses the web, edits files, runs apps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2794000"/>
            <a:ext cx="355600" cy="355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280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Thinks in steps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81280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a goal into steps and decides what’s next</a:t>
            </a:r>
            <a:endParaRPr lang="en-US" sz="14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0100"/>
            <a:ext cx="355600" cy="355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44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persona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role, tone and set of rules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600" y="4610100"/>
            <a:ext cx="355600" cy="355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736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skills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46736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new abilities, like apps on a phone</a:t>
            </a:r>
            <a:endParaRPr lang="en-US" sz="14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610100"/>
            <a:ext cx="355600" cy="355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280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 team</a:t>
            </a:r>
            <a:endParaRPr lang="en-US" sz="2000" dirty="0"/>
          </a:p>
        </p:txBody>
      </p:sp>
      <p:sp>
        <p:nvSpPr>
          <p:cNvPr id="25" name="Text 17"/>
          <p:cNvSpPr txBox="1"/>
          <p:nvPr/>
        </p:nvSpPr>
        <p:spPr>
          <a:xfrm>
            <a:off x="81280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work to other agents in a workflow</a:t>
            </a:r>
            <a:endParaRPr lang="en-US" sz="1400" dirty="0"/>
          </a:p>
        </p:txBody>
      </p:sp>
      <p:sp>
        <p:nvSpPr>
          <p:cNvPr id="26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 CAN DO</a:t>
            </a:r>
            <a:endParaRPr lang="en-US" sz="900" dirty="0"/>
          </a:p>
        </p:txBody>
      </p:sp>
      <p:sp>
        <p:nvSpPr>
          <p:cNvPr id="27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8" name="!!progress"/>
          <p:cNvSpPr/>
          <p:nvPr/>
        </p:nvSpPr>
        <p:spPr>
          <a:xfrm>
            <a:off x="0" y="6832600"/>
            <a:ext cx="3483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5156200"/>
            <a:ext cx="10363200" cy="1003300"/>
          </a:xfrm>
          <a:prstGeom prst="roundRect">
            <a:avLst>
              <a:gd name="adj" fmla="val 1519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agent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made of</a:t>
            </a:r>
            <a:endParaRPr lang="en-US" sz="4992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00" y="5480050"/>
            <a:ext cx="355600" cy="355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52600" y="5448300"/>
            <a:ext cx="152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3022600" y="56007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UNDERNEATH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80000" y="539750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per job: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fast model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simple tasks,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stronger one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judgment and creative work.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144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755900"/>
            <a:ext cx="355600" cy="355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844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IS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2192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Soul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12192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Personality, role and rules, written in one file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1325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050" y="2755900"/>
            <a:ext cx="355600" cy="355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68325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 DO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71805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00" dirty="0"/>
          </a:p>
        </p:txBody>
      </p:sp>
      <p:sp>
        <p:nvSpPr>
          <p:cNvPr id="18" name="Text 13"/>
          <p:cNvSpPr txBox="1"/>
          <p:nvPr/>
        </p:nvSpPr>
        <p:spPr>
          <a:xfrm>
            <a:off x="471805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playbooks and tools it can use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9121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0" y="2755900"/>
            <a:ext cx="355600" cy="355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21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REMEMBERS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2169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2169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about you, your work and past tasks</a:t>
            </a:r>
            <a:endParaRPr lang="en-US" sz="1400" dirty="0"/>
          </a:p>
        </p:txBody>
      </p:sp>
      <p:sp>
        <p:nvSpPr>
          <p:cNvPr id="24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BUILDING BLOCKS</a:t>
            </a:r>
            <a:endParaRPr lang="en-US" sz="900" dirty="0"/>
          </a:p>
        </p:txBody>
      </p:sp>
      <p:sp>
        <p:nvSpPr>
          <p:cNvPr id="25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6" name="!!progress"/>
          <p:cNvSpPr/>
          <p:nvPr/>
        </p:nvSpPr>
        <p:spPr>
          <a:xfrm>
            <a:off x="0" y="6832600"/>
            <a:ext cx="4354286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19050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400" spc="-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own</a:t>
            </a:r>
            <a:endParaRPr lang="en-US" sz="64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2730500"/>
            <a:ext cx="571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team</a:t>
            </a:r>
            <a:endParaRPr lang="en-US" sz="6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064000"/>
            <a:ext cx="5207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agents</a:t>
            </a:r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running 24/7 on one small server. I manage them from Discord.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239000" y="254000"/>
            <a:ext cx="4318000" cy="60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50000" dirty="0"/>
          </a:p>
        </p:txBody>
      </p:sp>
      <p:sp>
        <p:nvSpPr>
          <p:cNvPr id="7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AM BUILDING</a:t>
            </a:r>
            <a:endParaRPr lang="en-US" sz="900" dirty="0"/>
          </a:p>
        </p:txBody>
      </p:sp>
      <p:sp>
        <p:nvSpPr>
          <p:cNvPr id="8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9" name="!!progress"/>
          <p:cNvSpPr/>
          <p:nvPr/>
        </p:nvSpPr>
        <p:spPr>
          <a:xfrm>
            <a:off x="0" y="6832600"/>
            <a:ext cx="5225143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359400" y="2438400"/>
            <a:ext cx="1473200" cy="609600"/>
          </a:xfrm>
          <a:prstGeom prst="roundRect">
            <a:avLst>
              <a:gd name="adj" fmla="val 2083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my team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structured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746750" y="1701800"/>
            <a:ext cx="698500" cy="3937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46750" y="1701800"/>
            <a:ext cx="698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0" y="2095500"/>
            <a:ext cx="64" cy="3429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59400" y="2438400"/>
            <a:ext cx="1473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9845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my tasks,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9850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reports back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96000" y="3048000"/>
            <a:ext cx="64" cy="7620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3810000"/>
            <a:ext cx="8969829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4597400"/>
            <a:ext cx="203200" cy="203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14400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news and markets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37971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09371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71" y="4597400"/>
            <a:ext cx="203200" cy="2032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409371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2409371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 and UI/UX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132943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904343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343" y="4597400"/>
            <a:ext cx="203200" cy="203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904343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904343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and fixes the system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627914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399314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314" y="4597400"/>
            <a:ext cx="203200" cy="203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5399314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399314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my trading journal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122886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894286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286" y="4597400"/>
            <a:ext cx="203200" cy="203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894286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coach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6894286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and nutrition check-ins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617857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389257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6257" y="4597400"/>
            <a:ext cx="203200" cy="203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389257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389257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and captions</a:t>
            </a:r>
            <a:endParaRPr lang="en-US" sz="1100" dirty="0"/>
          </a:p>
        </p:txBody>
      </p:sp>
      <p:sp>
        <p:nvSpPr>
          <p:cNvPr id="42" name="Shape 34"/>
          <p:cNvSpPr/>
          <p:nvPr/>
        </p:nvSpPr>
        <p:spPr>
          <a:xfrm>
            <a:off x="10112829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884229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1229" y="4597400"/>
            <a:ext cx="203200" cy="20320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9884229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planner</a:t>
            </a:r>
            <a:endParaRPr lang="en-US" sz="1400" dirty="0"/>
          </a:p>
        </p:txBody>
      </p:sp>
      <p:sp>
        <p:nvSpPr>
          <p:cNvPr id="46" name="Text 37"/>
          <p:cNvSpPr txBox="1"/>
          <p:nvPr/>
        </p:nvSpPr>
        <p:spPr>
          <a:xfrm>
            <a:off x="9884229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Trips and itineraries</a:t>
            </a:r>
            <a:endParaRPr lang="en-US" sz="1100" dirty="0"/>
          </a:p>
        </p:txBody>
      </p:sp>
      <p:sp>
        <p:nvSpPr>
          <p:cNvPr id="47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TEAM</a:t>
            </a:r>
            <a:endParaRPr lang="en-US" sz="900" dirty="0"/>
          </a:p>
        </p:txBody>
      </p:sp>
      <p:sp>
        <p:nvSpPr>
          <p:cNvPr id="48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49" name="!!progress"/>
          <p:cNvSpPr/>
          <p:nvPr/>
        </p:nvSpPr>
        <p:spPr>
          <a:xfrm>
            <a:off x="0" y="6832600"/>
            <a:ext cx="6096000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4953000" y="1308100"/>
            <a:ext cx="6477000" cy="4250112"/>
          </a:xfrm>
          <a:prstGeom prst="roundRect">
            <a:avLst>
              <a:gd name="adj" fmla="val 418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1397000"/>
            <a:ext cx="36830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0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office,</a:t>
            </a:r>
            <a:endParaRPr lang="en-US" sz="50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2044700"/>
            <a:ext cx="3683000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984500"/>
            <a:ext cx="355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dashboard built by my engineer agent. Every agent has a desk, so I can see at a glance </a:t>
            </a:r>
            <a:pPr algn="l" indent="0" marL="0">
              <a:lnSpc>
                <a:spcPct val="142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working</a:t>
            </a:r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who is on standby.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4686300"/>
            <a:ext cx="88900" cy="8890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46228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5016500"/>
            <a:ext cx="88900" cy="88900"/>
          </a:xfrm>
          <a:prstGeom prst="ellipse">
            <a:avLst/>
          </a:prstGeom>
          <a:solidFill>
            <a:srgbClr val="A8A8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49530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5346700"/>
            <a:ext cx="88900" cy="88900"/>
          </a:xfrm>
          <a:prstGeom prst="ellipse">
            <a:avLst/>
          </a:prstGeom>
          <a:ln w="19050">
            <a:solidFill>
              <a:srgbClr val="A8A8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52832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Standby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5400" y="1460500"/>
            <a:ext cx="6172200" cy="3945312"/>
          </a:xfrm>
          <a:prstGeom prst="rect">
            <a:avLst/>
          </a:prstGeom>
        </p:spPr>
      </p:pic>
      <p:sp>
        <p:nvSpPr>
          <p:cNvPr id="13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OFFICE</a:t>
            </a:r>
            <a:endParaRPr lang="en-US" sz="900" dirty="0"/>
          </a:p>
        </p:txBody>
      </p:sp>
      <p:sp>
        <p:nvSpPr>
          <p:cNvPr id="14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5" name="!!progress"/>
          <p:cNvSpPr/>
          <p:nvPr/>
        </p:nvSpPr>
        <p:spPr>
          <a:xfrm>
            <a:off x="0" y="6832600"/>
            <a:ext cx="6966857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1333500" y="1905000"/>
            <a:ext cx="8255000" cy="736600"/>
          </a:xfrm>
          <a:prstGeom prst="roundRect">
            <a:avLst>
              <a:gd name="adj" fmla="val 3448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whole team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075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87500" y="1905000"/>
            <a:ext cx="787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“Make a visual and a caption for tomorrow’s post”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143000" y="3403600"/>
            <a:ext cx="8290560" cy="64"/>
          </a:xfrm>
          <a:prstGeom prst="line">
            <a:avLst/>
          </a:prstGeom>
          <a:noFill/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3302000"/>
            <a:ext cx="203200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delegates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8704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040" y="3302000"/>
            <a:ext cx="203200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8704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8704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 the visual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5968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680" y="3302000"/>
            <a:ext cx="203200" cy="203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5968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05968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caption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13232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320" y="3302000"/>
            <a:ext cx="203200" cy="203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3232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13232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it all together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204960" y="3175000"/>
            <a:ext cx="457200" cy="457200"/>
          </a:xfrm>
          <a:prstGeom prst="ellipse">
            <a:avLst/>
          </a:prstGeom>
          <a:solidFill>
            <a:srgbClr val="0A0A0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1960" y="3302000"/>
            <a:ext cx="203200" cy="203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0496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20496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posting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14400" y="5473700"/>
            <a:ext cx="10363200" cy="660400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400" y="5676900"/>
            <a:ext cx="254000" cy="2540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00200" y="5473700"/>
            <a:ext cx="94615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autopilot every day: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researcher scans the news  →  the CEO sends me a daily report.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 needed.</a:t>
            </a:r>
            <a:endParaRPr lang="en-US" sz="1400" dirty="0"/>
          </a:p>
        </p:txBody>
      </p:sp>
      <p:sp>
        <p:nvSpPr>
          <p:cNvPr id="3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WORK FLOWS</a:t>
            </a:r>
            <a:endParaRPr lang="en-US" sz="900" dirty="0"/>
          </a:p>
        </p:txBody>
      </p:sp>
      <p:sp>
        <p:nvSpPr>
          <p:cNvPr id="3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!!progress"/>
          <p:cNvSpPr/>
          <p:nvPr/>
        </p:nvSpPr>
        <p:spPr>
          <a:xfrm>
            <a:off x="0" y="6832600"/>
            <a:ext cx="7837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1752600"/>
            <a:ext cx="10363200" cy="4267200"/>
          </a:xfrm>
          <a:prstGeom prst="roundRect">
            <a:avLst>
              <a:gd name="adj" fmla="val 4167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output,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morning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17600" y="1955800"/>
            <a:ext cx="190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68600" y="2006600"/>
            <a:ext cx="322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07:00 NEWS BRIEF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2387600"/>
            <a:ext cx="4876800" cy="33092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7600" y="1955800"/>
            <a:ext cx="190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48600" y="2006600"/>
            <a:ext cx="322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 ON EVERYONE’S WORK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2387600"/>
            <a:ext cx="4876800" cy="3407406"/>
          </a:xfrm>
          <a:prstGeom prst="rect">
            <a:avLst/>
          </a:prstGeom>
        </p:spPr>
      </p:pic>
      <p:sp>
        <p:nvSpPr>
          <p:cNvPr id="1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2" name="!!progress"/>
          <p:cNvSpPr/>
          <p:nvPr/>
        </p:nvSpPr>
        <p:spPr>
          <a:xfrm>
            <a:off x="0" y="6832600"/>
            <a:ext cx="8708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003800" y="317500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my notes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 clean journal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59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 SEND MY NOTES + CHART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38400"/>
            <a:ext cx="4064000" cy="1868049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100" y="3289300"/>
            <a:ext cx="279400" cy="279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13400" y="2159000"/>
            <a:ext cx="566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THE AGENT REVIEWS AND LOGS IT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400" y="2438400"/>
            <a:ext cx="5664200" cy="261838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14400" y="5588000"/>
            <a:ext cx="10363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analyst:  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casual chat message into a structured journal entry, with a review of the decision.</a:t>
            </a:r>
            <a:endParaRPr lang="en-US" sz="1500" dirty="0"/>
          </a:p>
        </p:txBody>
      </p:sp>
      <p:sp>
        <p:nvSpPr>
          <p:cNvPr id="1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2" name="!!progress"/>
          <p:cNvSpPr/>
          <p:nvPr/>
        </p:nvSpPr>
        <p:spPr>
          <a:xfrm>
            <a:off x="0" y="6832600"/>
            <a:ext cx="9579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889000" y="635000"/>
            <a:ext cx="3810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Dojima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0320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trading-practice web app I built with Claude Code,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writing the code myself.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39243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254000" cy="254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4300" y="40640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4300" y="43180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see: charts, journal, themes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914400" y="46736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64100"/>
            <a:ext cx="254000" cy="254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84300" y="48133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84300" y="50673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engine: orders, replay, login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914400" y="54229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613400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84300" y="5562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84300" y="58166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memory: accounts and trades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14400" y="61722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714500"/>
            <a:ext cx="6299200" cy="29739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78400" y="5016500"/>
            <a:ext cx="6299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Claude Code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it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live</a:t>
            </a:r>
            <a:endParaRPr lang="en-US" sz="1500" dirty="0"/>
          </a:p>
        </p:txBody>
      </p:sp>
      <p:sp>
        <p:nvSpPr>
          <p:cNvPr id="2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AN AGENT</a:t>
            </a:r>
            <a:endParaRPr lang="en-US" sz="900" dirty="0"/>
          </a:p>
        </p:txBody>
      </p:sp>
      <p:sp>
        <p:nvSpPr>
          <p:cNvPr id="2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2" name="!!progress"/>
          <p:cNvSpPr/>
          <p:nvPr/>
        </p:nvSpPr>
        <p:spPr>
          <a:xfrm>
            <a:off x="0" y="6832600"/>
            <a:ext cx="10450286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4826000" y="3149600"/>
            <a:ext cx="1397000" cy="812800"/>
          </a:xfrm>
          <a:prstGeom prst="roundRect">
            <a:avLst>
              <a:gd name="adj" fmla="val 15625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3556000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team</a:t>
            </a:r>
            <a:endParaRPr lang="en-US" sz="52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72108"/>
            <a:ext cx="355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408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HR</a:t>
            </a:r>
            <a:endParaRPr lang="en-US" sz="5408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13000"/>
            <a:ext cx="317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orchestrator that understands HR, with a specialist for each job.</a:t>
            </a:r>
            <a:endParaRPr lang="en-US" sz="17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930900"/>
            <a:ext cx="177800" cy="177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93800" y="59055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still reviews and approves everything.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26000" y="1905000"/>
            <a:ext cx="1079500" cy="4064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6000" y="1905000"/>
            <a:ext cx="1079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team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80000" y="2311400"/>
            <a:ext cx="64" cy="8382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91100" y="3149600"/>
            <a:ext cx="12065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HR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8A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23000" y="355600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04000" y="2000250"/>
            <a:ext cx="64" cy="31115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04000" y="20002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85000" y="18224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00" y="1911350"/>
            <a:ext cx="177800" cy="1778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518400" y="18605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descriptions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9398000" y="17843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JDs from a short brief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604000" y="26225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85000" y="24447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533650"/>
            <a:ext cx="177800" cy="1778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18400" y="24828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9398000" y="24066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notes and interview kits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604000" y="32448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985000" y="30670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900" y="3155950"/>
            <a:ext cx="177800" cy="177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18400" y="31051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9398000" y="30289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 and first-week plans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604000" y="38671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985000" y="36893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3900" y="3778250"/>
            <a:ext cx="177800" cy="1778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518400" y="37274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reports</a:t>
            </a:r>
            <a:endParaRPr lang="en-US" sz="1600" dirty="0"/>
          </a:p>
        </p:txBody>
      </p:sp>
      <p:sp>
        <p:nvSpPr>
          <p:cNvPr id="33" name="Text 26"/>
          <p:cNvSpPr txBox="1"/>
          <p:nvPr/>
        </p:nvSpPr>
        <p:spPr>
          <a:xfrm>
            <a:off x="9398000" y="36512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summaries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6604000" y="44894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985000" y="43116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3900" y="4400550"/>
            <a:ext cx="177800" cy="1778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518400" y="43497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Q&amp;A</a:t>
            </a:r>
            <a:endParaRPr 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9398000" y="42735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staff questions from the handbook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6604000" y="51117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985000" y="49339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3900" y="5022850"/>
            <a:ext cx="177800" cy="1778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518400" y="49720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9398000" y="48958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plans and materials</a:t>
            </a:r>
            <a:endParaRPr lang="en-US" sz="1200" dirty="0"/>
          </a:p>
        </p:txBody>
      </p:sp>
      <p:sp>
        <p:nvSpPr>
          <p:cNvPr id="44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FOR HR</a:t>
            </a:r>
            <a:endParaRPr lang="en-US" sz="900" dirty="0"/>
          </a:p>
        </p:txBody>
      </p:sp>
      <p:sp>
        <p:nvSpPr>
          <p:cNvPr id="45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46" name="!!progress"/>
          <p:cNvSpPr/>
          <p:nvPr/>
        </p:nvSpPr>
        <p:spPr>
          <a:xfrm>
            <a:off x="0" y="6832600"/>
            <a:ext cx="11321143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· A SIMPLE GUIDE</a:t>
            </a:r>
            <a:endParaRPr lang="en-US" sz="1000" dirty="0"/>
          </a:p>
        </p:txBody>
      </p:sp>
      <p:sp>
        <p:nvSpPr>
          <p:cNvPr id="5" name="!!title"/>
          <p:cNvSpPr txBox="1"/>
          <p:nvPr/>
        </p:nvSpPr>
        <p:spPr>
          <a:xfrm>
            <a:off x="863600" y="1587500"/>
            <a:ext cx="762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0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2000" dirty="0"/>
          </a:p>
        </p:txBody>
      </p:sp>
      <p:sp>
        <p:nvSpPr>
          <p:cNvPr id="6" name="!!title2"/>
          <p:cNvSpPr txBox="1"/>
          <p:nvPr/>
        </p:nvSpPr>
        <p:spPr>
          <a:xfrm>
            <a:off x="863600" y="2984500"/>
            <a:ext cx="7620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small.</a:t>
            </a:r>
            <a:endParaRPr lang="en-US" sz="1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agent.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81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248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week.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055100" y="5619750"/>
            <a:ext cx="222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1" name="!!progress"/>
          <p:cNvSpPr/>
          <p:nvPr/>
        </p:nvSpPr>
        <p:spPr>
          <a:xfrm>
            <a:off x="0" y="6832600"/>
            <a:ext cx="12192000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Agents: a simple guide</dc:title>
  <dc:subject>From chatting with AI to working with AI</dc:subject>
  <dc:creator>PptxGenJS</dc:creator>
  <cp:lastModifiedBy>PptxGenJS</cp:lastModifiedBy>
  <cp:revision>1</cp:revision>
  <dcterms:created xsi:type="dcterms:W3CDTF">2026-10-03T02:44:16Z</dcterms:created>
  <dcterms:modified xsi:type="dcterms:W3CDTF">2026-10-03T02:44:16Z</dcterms:modified>
</cp:coreProperties>
</file>